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Figtree Medium" panose="020B0604020202020204" charset="0"/>
      <p:regular r:id="rId11"/>
      <p:bold r:id="rId12"/>
      <p:italic r:id="rId13"/>
      <p:boldItalic r:id="rId14"/>
    </p:embeddedFont>
    <p:embeddedFont>
      <p:font typeface="Figtree SemiBold" panose="020B0604020202020204" charset="0"/>
      <p:regular r:id="rId15"/>
      <p:bold r:id="rId16"/>
      <p:italic r:id="rId17"/>
      <p:boldItalic r:id="rId18"/>
    </p:embeddedFont>
    <p:embeddedFont>
      <p:font typeface="Lora" pitchFamily="2" charset="0"/>
      <p:regular r:id="rId19"/>
      <p:bold r:id="rId20"/>
      <p:italic r:id="rId21"/>
      <p:boldItalic r:id="rId22"/>
    </p:embeddedFont>
    <p:embeddedFont>
      <p:font typeface="Lora Medium" pitchFamily="2" charset="0"/>
      <p:regular r:id="rId23"/>
      <p:bold r:id="rId24"/>
      <p:italic r:id="rId25"/>
      <p:boldItalic r:id="rId26"/>
    </p:embeddedFont>
    <p:embeddedFont>
      <p:font typeface="Lora SemiBold" panose="020B060402020202020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8F31"/>
    <a:srgbClr val="2D3B12"/>
    <a:srgbClr val="D9D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ed19b8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ed19b8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ed19b842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ed19b842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ed19b842a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ed19b842a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d19b842a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ed19b842a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d19b842a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d19b842a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ed19b842a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ed19b842a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77833f43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77833f43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slide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2550"/>
            <a:ext cx="9143999" cy="5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1832814" y="4476930"/>
            <a:ext cx="4922315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QA Energetic (Group Number – 6)</a:t>
            </a:r>
            <a:endParaRPr sz="2200" b="1" dirty="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582930" y="1335495"/>
            <a:ext cx="5139485" cy="147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400" b="1" dirty="0">
                <a:solidFill>
                  <a:schemeClr val="bg1"/>
                </a:solidFill>
                <a:latin typeface="Lora"/>
                <a:ea typeface="Lora"/>
                <a:cs typeface="Lora"/>
                <a:sym typeface="Lora"/>
              </a:rPr>
              <a:t>AutoQA.AI</a:t>
            </a:r>
          </a:p>
          <a:p>
            <a:pPr lvl="0" algn="ctr"/>
            <a:endParaRPr lang="en" sz="2400" b="1" dirty="0">
              <a:solidFill>
                <a:schemeClr val="bg1"/>
              </a:solidFill>
              <a:latin typeface="Lora"/>
              <a:ea typeface="Figtree SemiBold"/>
              <a:cs typeface="Figtree SemiBold"/>
              <a:sym typeface="Lora"/>
            </a:endParaRPr>
          </a:p>
          <a:p>
            <a:pPr lvl="0" algn="ctr"/>
            <a:r>
              <a:rPr lang="en-US" dirty="0">
                <a:solidFill>
                  <a:schemeClr val="bg1"/>
                </a:solidFill>
              </a:rPr>
              <a:t>Fluid Code meets Rigid Testing</a:t>
            </a:r>
            <a:endParaRPr sz="2400" dirty="0">
              <a:solidFill>
                <a:schemeClr val="bg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>
          <a:blip r:embed="rId4">
            <a:alphaModFix/>
          </a:blip>
          <a:srcRect t="19992" b="19992"/>
          <a:stretch/>
        </p:blipFill>
        <p:spPr>
          <a:xfrm>
            <a:off x="1181526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3" name="Google Shape;73;p17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Mayank</a:t>
            </a:r>
            <a:endParaRPr sz="17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04850" y="3330350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105773" y="3442744"/>
            <a:ext cx="126720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1200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Building Quality Culture via Engineering Leadership</a:t>
            </a:r>
            <a:endParaRPr sz="1100"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62700" y="2779785"/>
            <a:ext cx="17532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QA Manager</a:t>
            </a:r>
            <a:endParaRPr sz="13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5">
            <a:alphaModFix/>
          </a:blip>
          <a:srcRect t="14214" b="14214"/>
          <a:stretch/>
        </p:blipFill>
        <p:spPr>
          <a:xfrm>
            <a:off x="3065915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8" name="Google Shape;78;p17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Deepthi</a:t>
            </a:r>
            <a:endParaRPr sz="17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789239" y="3330350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904186" y="3442744"/>
            <a:ext cx="1353126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15000"/>
              </a:lnSpc>
              <a:defRPr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</a:defRPr>
            </a:lvl1pPr>
          </a:lstStyle>
          <a:p>
            <a:r>
              <a:rPr lang="en-IN" dirty="0"/>
              <a:t>Transforming business to make data driven decisions</a:t>
            </a:r>
            <a:endParaRPr dirty="0">
              <a:sym typeface="Figtree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13331" y="2813751"/>
            <a:ext cx="1884394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IN" sz="1100" dirty="0">
                <a:solidFill>
                  <a:srgbClr val="FFFFFF"/>
                </a:solidFill>
                <a:latin typeface="Figtree Medium"/>
              </a:rPr>
              <a:t>Director</a:t>
            </a:r>
            <a:r>
              <a:rPr lang="en-IN" sz="1100" dirty="0">
                <a:solidFill>
                  <a:schemeClr val="bg1"/>
                </a:solidFill>
              </a:rPr>
              <a:t> data and analytics</a:t>
            </a:r>
            <a:endParaRPr sz="1100" dirty="0">
              <a:solidFill>
                <a:schemeClr val="bg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6">
            <a:alphaModFix/>
          </a:blip>
          <a:srcRect t="25725" b="25725"/>
          <a:stretch/>
        </p:blipFill>
        <p:spPr>
          <a:xfrm>
            <a:off x="4962537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" name="Google Shape;83;p17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Varun</a:t>
            </a:r>
            <a:endParaRPr sz="17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85861" y="333035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752304" y="3442744"/>
            <a:ext cx="1539026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15000"/>
              </a:lnSpc>
              <a:defRPr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</a:defRPr>
            </a:lvl1pPr>
          </a:lstStyle>
          <a:p>
            <a:r>
              <a:rPr lang="en-IN" dirty="0"/>
              <a:t>Full Stack Engineer Specializing in AI-Powered Applications</a:t>
            </a:r>
            <a:endParaRPr dirty="0">
              <a:sym typeface="Figtree Medium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500286" y="2775617"/>
            <a:ext cx="2069965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11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Full Stack AI Product Engineer</a:t>
            </a:r>
            <a:endParaRPr sz="13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7">
            <a:alphaModFix/>
          </a:blip>
          <a:srcRect t="13208" b="13208"/>
          <a:stretch/>
        </p:blipFill>
        <p:spPr>
          <a:xfrm>
            <a:off x="6846927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" name="Google Shape;88;p17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Meetu</a:t>
            </a:r>
            <a:endParaRPr sz="17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70251" y="333035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783299" y="3442744"/>
            <a:ext cx="12672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GenAI Mentor and ECM consultant</a:t>
            </a:r>
            <a:endParaRPr sz="1100"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528102" y="2779785"/>
            <a:ext cx="17532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Full Stack Developer</a:t>
            </a:r>
            <a:endParaRPr sz="13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065225" y="593725"/>
            <a:ext cx="70650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OR Your Introduction ✨</a:t>
            </a:r>
            <a:endParaRPr sz="21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750" y="-59838"/>
            <a:ext cx="9333499" cy="5263176"/>
          </a:xfrm>
          <a:prstGeom prst="rect">
            <a:avLst/>
          </a:prstGeom>
          <a:solidFill>
            <a:srgbClr val="2D3B12"/>
          </a:solidFill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495125" y="1470081"/>
            <a:ext cx="6258163" cy="6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bg1"/>
                </a:solidFill>
                <a:latin typeface="Lora Medium"/>
                <a:sym typeface="Lora Medium"/>
              </a:rPr>
              <a:t>Legacy Web App Testing = </a:t>
            </a:r>
            <a:r>
              <a:rPr lang="en-IN" sz="2000" dirty="0">
                <a:solidFill>
                  <a:schemeClr val="bg1"/>
                </a:solidFill>
                <a:latin typeface="Lora Medium"/>
              </a:rPr>
              <a:t>Skyrocketing </a:t>
            </a:r>
            <a:r>
              <a:rPr lang="en-US" sz="2000" dirty="0">
                <a:solidFill>
                  <a:schemeClr val="bg1"/>
                </a:solidFill>
                <a:latin typeface="Lora Medium"/>
                <a:sym typeface="Lora Medium"/>
              </a:rPr>
              <a:t> Cost + </a:t>
            </a:r>
            <a:r>
              <a:rPr lang="en-IN" sz="2000" dirty="0">
                <a:solidFill>
                  <a:schemeClr val="bg1"/>
                </a:solidFill>
                <a:latin typeface="Lora Medium"/>
              </a:rPr>
              <a:t>Broken Production Deployments</a:t>
            </a:r>
            <a:endParaRPr sz="2000" dirty="0">
              <a:solidFill>
                <a:schemeClr val="bg1"/>
              </a:solidFill>
              <a:latin typeface="Lora Medium"/>
              <a:sym typeface="Lora Medium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95125" y="616575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bg1"/>
                </a:solidFill>
                <a:latin typeface="Lora"/>
                <a:ea typeface="Lora"/>
                <a:cs typeface="Lora"/>
                <a:sym typeface="Lora"/>
              </a:rPr>
              <a:t>What is the Problem you are solving?</a:t>
            </a:r>
            <a:endParaRPr sz="2500" b="1" dirty="0">
              <a:solidFill>
                <a:schemeClr val="bg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13063" y="2727643"/>
            <a:ext cx="1386506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Manual testing is slow and brittle</a:t>
            </a:r>
            <a:endParaRPr dirty="0">
              <a:solidFill>
                <a:schemeClr val="bg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2" name="Google Shape;104;p18">
            <a:extLst>
              <a:ext uri="{FF2B5EF4-FFF2-40B4-BE49-F238E27FC236}">
                <a16:creationId xmlns:a16="http://schemas.microsoft.com/office/drawing/2014/main" id="{6B36EB29-2045-827F-8F89-23885A4101EB}"/>
              </a:ext>
            </a:extLst>
          </p:cNvPr>
          <p:cNvSpPr txBox="1"/>
          <p:nvPr/>
        </p:nvSpPr>
        <p:spPr>
          <a:xfrm>
            <a:off x="2058595" y="2789198"/>
            <a:ext cx="1386506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Traditional scripting takes lot of time to create and Mantain</a:t>
            </a:r>
            <a:endParaRPr dirty="0">
              <a:solidFill>
                <a:schemeClr val="bg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433EB-43D4-49AF-8870-3A8A01B2C098}"/>
              </a:ext>
            </a:extLst>
          </p:cNvPr>
          <p:cNvSpPr txBox="1"/>
          <p:nvPr/>
        </p:nvSpPr>
        <p:spPr>
          <a:xfrm>
            <a:off x="1761934" y="3082635"/>
            <a:ext cx="450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&amp;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6666E-25F1-1569-C7DE-3302D36136FC}"/>
              </a:ext>
            </a:extLst>
          </p:cNvPr>
          <p:cNvSpPr txBox="1"/>
          <p:nvPr/>
        </p:nvSpPr>
        <p:spPr>
          <a:xfrm>
            <a:off x="3624206" y="3048019"/>
            <a:ext cx="671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Kills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2DE74C-934A-A1C4-33B1-03486B5A898D}"/>
              </a:ext>
            </a:extLst>
          </p:cNvPr>
          <p:cNvCxnSpPr>
            <a:cxnSpLocks/>
          </p:cNvCxnSpPr>
          <p:nvPr/>
        </p:nvCxnSpPr>
        <p:spPr>
          <a:xfrm>
            <a:off x="3588367" y="3373958"/>
            <a:ext cx="70735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FFA054D-42DE-57EB-D227-D4DEFB3692D7}"/>
              </a:ext>
            </a:extLst>
          </p:cNvPr>
          <p:cNvSpPr txBox="1"/>
          <p:nvPr/>
        </p:nvSpPr>
        <p:spPr>
          <a:xfrm>
            <a:off x="4780707" y="2727643"/>
            <a:ext cx="1060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5C5DD-386A-BEC1-1F59-43F1D286374D}"/>
              </a:ext>
            </a:extLst>
          </p:cNvPr>
          <p:cNvSpPr txBox="1"/>
          <p:nvPr/>
        </p:nvSpPr>
        <p:spPr>
          <a:xfrm>
            <a:off x="4766511" y="3197536"/>
            <a:ext cx="932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Revenue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AAB1E-6034-256D-6EF5-57195B28F811}"/>
              </a:ext>
            </a:extLst>
          </p:cNvPr>
          <p:cNvSpPr txBox="1"/>
          <p:nvPr/>
        </p:nvSpPr>
        <p:spPr>
          <a:xfrm>
            <a:off x="4780707" y="3721169"/>
            <a:ext cx="1060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Innovation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B291C-201F-CD1E-79AB-BF132740C345}"/>
              </a:ext>
            </a:extLst>
          </p:cNvPr>
          <p:cNvSpPr txBox="1"/>
          <p:nvPr/>
        </p:nvSpPr>
        <p:spPr>
          <a:xfrm>
            <a:off x="5048909" y="3004290"/>
            <a:ext cx="307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E6F00-6ADC-E5F0-C86B-A77A20BEAE97}"/>
              </a:ext>
            </a:extLst>
          </p:cNvPr>
          <p:cNvSpPr txBox="1"/>
          <p:nvPr/>
        </p:nvSpPr>
        <p:spPr>
          <a:xfrm>
            <a:off x="5079115" y="3461801"/>
            <a:ext cx="307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046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6787859" y="2609497"/>
            <a:ext cx="2257171" cy="125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Lora Medium"/>
                <a:ea typeface="Lora Medium"/>
                <a:cs typeface="Lora Medium"/>
                <a:sym typeface="Lora Medium"/>
              </a:rPr>
              <a:t>slashes costs, speeds up releases and ensures flawless software - effortlessly.</a:t>
            </a:r>
          </a:p>
        </p:txBody>
      </p:sp>
      <p:sp>
        <p:nvSpPr>
          <p:cNvPr id="112" name="Google Shape;112;p19"/>
          <p:cNvSpPr txBox="1"/>
          <p:nvPr/>
        </p:nvSpPr>
        <p:spPr>
          <a:xfrm>
            <a:off x="557735" y="385716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How are you solving the problems?</a:t>
            </a:r>
            <a:endParaRPr sz="2500" b="1" dirty="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46EEC3-1E6E-857F-6B28-4585D7E0AD94}"/>
              </a:ext>
            </a:extLst>
          </p:cNvPr>
          <p:cNvGrpSpPr/>
          <p:nvPr/>
        </p:nvGrpSpPr>
        <p:grpSpPr>
          <a:xfrm>
            <a:off x="782947" y="2035364"/>
            <a:ext cx="4366800" cy="617100"/>
            <a:chOff x="699850" y="2196925"/>
            <a:chExt cx="4366800" cy="617100"/>
          </a:xfrm>
        </p:grpSpPr>
        <p:sp>
          <p:nvSpPr>
            <p:cNvPr id="113" name="Google Shape;113;p19"/>
            <p:cNvSpPr/>
            <p:nvPr/>
          </p:nvSpPr>
          <p:spPr>
            <a:xfrm>
              <a:off x="699850" y="2196925"/>
              <a:ext cx="4366800" cy="617100"/>
            </a:xfrm>
            <a:prstGeom prst="rect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19"/>
            <p:cNvSpPr txBox="1"/>
            <p:nvPr/>
          </p:nvSpPr>
          <p:spPr>
            <a:xfrm>
              <a:off x="894059" y="2305435"/>
              <a:ext cx="38394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Figtree Medium"/>
                  <a:ea typeface="Figtree Medium"/>
                  <a:cs typeface="Figtree Medium"/>
                  <a:sym typeface="Figtree Medium"/>
                </a:rPr>
                <a:t>AI generated Scripts</a:t>
              </a:r>
              <a:endParaRPr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CA100B0-ABF2-1F03-4E7E-30B7233446FA}"/>
              </a:ext>
            </a:extLst>
          </p:cNvPr>
          <p:cNvGrpSpPr/>
          <p:nvPr/>
        </p:nvGrpSpPr>
        <p:grpSpPr>
          <a:xfrm>
            <a:off x="782947" y="2885714"/>
            <a:ext cx="4366800" cy="617100"/>
            <a:chOff x="699850" y="3010950"/>
            <a:chExt cx="4366800" cy="617100"/>
          </a:xfrm>
        </p:grpSpPr>
        <p:sp>
          <p:nvSpPr>
            <p:cNvPr id="114" name="Google Shape;114;p19"/>
            <p:cNvSpPr/>
            <p:nvPr/>
          </p:nvSpPr>
          <p:spPr>
            <a:xfrm>
              <a:off x="699850" y="3010950"/>
              <a:ext cx="4366800" cy="617100"/>
            </a:xfrm>
            <a:prstGeom prst="rect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" name="Google Shape;117;p19"/>
            <p:cNvSpPr txBox="1"/>
            <p:nvPr/>
          </p:nvSpPr>
          <p:spPr>
            <a:xfrm>
              <a:off x="981536" y="3096300"/>
              <a:ext cx="38394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Figtree Medium"/>
                  <a:ea typeface="Figtree Medium"/>
                  <a:cs typeface="Figtree Medium"/>
                  <a:sym typeface="Figtree Medium"/>
                </a:rPr>
                <a:t>Bug Deduction and Reporting</a:t>
              </a:r>
              <a:endParaRPr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3A5C25-9235-4220-96E1-78B14041EAB9}"/>
              </a:ext>
            </a:extLst>
          </p:cNvPr>
          <p:cNvGrpSpPr/>
          <p:nvPr/>
        </p:nvGrpSpPr>
        <p:grpSpPr>
          <a:xfrm>
            <a:off x="782947" y="3683466"/>
            <a:ext cx="4366800" cy="617100"/>
            <a:chOff x="782947" y="3303541"/>
            <a:chExt cx="4366800" cy="617100"/>
          </a:xfrm>
        </p:grpSpPr>
        <p:sp>
          <p:nvSpPr>
            <p:cNvPr id="115" name="Google Shape;115;p19"/>
            <p:cNvSpPr/>
            <p:nvPr/>
          </p:nvSpPr>
          <p:spPr>
            <a:xfrm>
              <a:off x="782947" y="3303541"/>
              <a:ext cx="4366800" cy="617100"/>
            </a:xfrm>
            <a:prstGeom prst="rect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" name="Google Shape;118;p19"/>
            <p:cNvSpPr txBox="1"/>
            <p:nvPr/>
          </p:nvSpPr>
          <p:spPr>
            <a:xfrm>
              <a:off x="1064633" y="3388891"/>
              <a:ext cx="38394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Figtree Medium"/>
                  <a:ea typeface="Figtree Medium"/>
                  <a:cs typeface="Figtree Medium"/>
                  <a:sym typeface="Figtree Medium"/>
                </a:rPr>
                <a:t>Self Healing Scripts</a:t>
              </a:r>
              <a:endParaRPr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endParaRPr>
            </a:p>
          </p:txBody>
        </p:sp>
      </p:grpSp>
      <p:sp>
        <p:nvSpPr>
          <p:cNvPr id="2" name="Google Shape;116;p19">
            <a:extLst>
              <a:ext uri="{FF2B5EF4-FFF2-40B4-BE49-F238E27FC236}">
                <a16:creationId xmlns:a16="http://schemas.microsoft.com/office/drawing/2014/main" id="{98E18856-3843-BA1F-62B3-C3CE01B942C0}"/>
              </a:ext>
            </a:extLst>
          </p:cNvPr>
          <p:cNvSpPr txBox="1"/>
          <p:nvPr/>
        </p:nvSpPr>
        <p:spPr>
          <a:xfrm>
            <a:off x="5477271" y="4375125"/>
            <a:ext cx="38394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accent4">
                    <a:lumMod val="60000"/>
                    <a:lumOff val="40000"/>
                  </a:schemeClr>
                </a:solidFill>
                <a:latin typeface="Lora Medium"/>
                <a:ea typeface="Lora Medium"/>
                <a:cs typeface="Lora Medium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Solution enables 30-40% of cost savings.</a:t>
            </a:r>
            <a:endParaRPr dirty="0">
              <a:solidFill>
                <a:schemeClr val="bg1"/>
              </a:solidFill>
              <a:sym typeface="Figtre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73288-2720-78DC-F6B4-1E3D4011D24B}"/>
              </a:ext>
            </a:extLst>
          </p:cNvPr>
          <p:cNvSpPr txBox="1"/>
          <p:nvPr/>
        </p:nvSpPr>
        <p:spPr>
          <a:xfrm>
            <a:off x="557735" y="1148300"/>
            <a:ext cx="64998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An autonomous AI enabled solution that explores your web application like a real user, discovering flaws and instantly generating its own durable regression test suites.</a:t>
            </a:r>
          </a:p>
        </p:txBody>
      </p:sp>
      <p:sp>
        <p:nvSpPr>
          <p:cNvPr id="13" name="Google Shape;116;p19">
            <a:extLst>
              <a:ext uri="{FF2B5EF4-FFF2-40B4-BE49-F238E27FC236}">
                <a16:creationId xmlns:a16="http://schemas.microsoft.com/office/drawing/2014/main" id="{310CEA1F-9CE2-8397-3422-A18B8B8DB929}"/>
              </a:ext>
            </a:extLst>
          </p:cNvPr>
          <p:cNvSpPr txBox="1"/>
          <p:nvPr/>
        </p:nvSpPr>
        <p:spPr>
          <a:xfrm>
            <a:off x="5390935" y="3937033"/>
            <a:ext cx="3839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IN" sz="1800" dirty="0">
                <a:solidFill>
                  <a:schemeClr val="bg1"/>
                </a:solidFill>
              </a:rPr>
              <a:t>Expected Output</a:t>
            </a:r>
            <a:endParaRPr sz="1700" dirty="0">
              <a:solidFill>
                <a:schemeClr val="bg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4" name="Google Shape;116;p19">
            <a:extLst>
              <a:ext uri="{FF2B5EF4-FFF2-40B4-BE49-F238E27FC236}">
                <a16:creationId xmlns:a16="http://schemas.microsoft.com/office/drawing/2014/main" id="{8E78F75F-DDC2-4D2B-E8E0-4B4904876723}"/>
              </a:ext>
            </a:extLst>
          </p:cNvPr>
          <p:cNvSpPr txBox="1"/>
          <p:nvPr/>
        </p:nvSpPr>
        <p:spPr>
          <a:xfrm>
            <a:off x="5477271" y="2352704"/>
            <a:ext cx="3839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IN" sz="1800" dirty="0">
                <a:solidFill>
                  <a:schemeClr val="bg1"/>
                </a:solidFill>
              </a:rPr>
              <a:t>Value Add</a:t>
            </a:r>
            <a:endParaRPr sz="1700" dirty="0">
              <a:solidFill>
                <a:schemeClr val="bg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slide 2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89"/>
            <a:ext cx="9143997" cy="515242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927450" y="473075"/>
            <a:ext cx="728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Target Audience</a:t>
            </a:r>
            <a:endParaRPr sz="28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808075" y="1928675"/>
            <a:ext cx="370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Target Audience (Primary)</a:t>
            </a:r>
            <a:endParaRPr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808075" y="3540600"/>
            <a:ext cx="370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Target Audience (Secondary)</a:t>
            </a:r>
            <a:endParaRPr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BF4F24-0D79-A0F3-2509-CF62F9A18029}"/>
              </a:ext>
            </a:extLst>
          </p:cNvPr>
          <p:cNvSpPr txBox="1"/>
          <p:nvPr/>
        </p:nvSpPr>
        <p:spPr>
          <a:xfrm>
            <a:off x="5891699" y="1837637"/>
            <a:ext cx="1723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Next-Gen AI Builders &amp; Vibe Coders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545E1F-B3AF-65A8-77CA-004AE9C4DF83}"/>
              </a:ext>
            </a:extLst>
          </p:cNvPr>
          <p:cNvSpPr txBox="1"/>
          <p:nvPr/>
        </p:nvSpPr>
        <p:spPr>
          <a:xfrm>
            <a:off x="5891699" y="3371269"/>
            <a:ext cx="1646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Enterprise Agile Software Engineering teams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solidFill>
            <a:srgbClr val="6F8F31"/>
          </a:solidFill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1519707" y="1794530"/>
            <a:ext cx="568432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Link: </a:t>
            </a:r>
            <a:r>
              <a:rPr lang="e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Lora SemiBold"/>
                <a:ea typeface="Lora SemiBold"/>
                <a:cs typeface="Lora SemiBold"/>
                <a:sym typeface="Lora SemiBold"/>
              </a:rPr>
              <a:t>Coming Soon</a:t>
            </a:r>
            <a:endParaRPr sz="3200" dirty="0">
              <a:solidFill>
                <a:schemeClr val="accent1">
                  <a:lumMod val="60000"/>
                  <a:lumOff val="40000"/>
                </a:schemeClr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2319900" y="2026350"/>
            <a:ext cx="45042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Thank You ✨</a:t>
            </a:r>
            <a:endParaRPr sz="32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210</Words>
  <Application>Microsoft Office PowerPoint</Application>
  <PresentationFormat>On-screen Show (16:9)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Lora</vt:lpstr>
      <vt:lpstr>Figtree Medium</vt:lpstr>
      <vt:lpstr>Roboto</vt:lpstr>
      <vt:lpstr>Arial</vt:lpstr>
      <vt:lpstr>Lora SemiBold</vt:lpstr>
      <vt:lpstr>Lora Medium</vt:lpstr>
      <vt:lpstr>Figtree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Meetu Chandra</cp:lastModifiedBy>
  <cp:revision>13</cp:revision>
  <dcterms:modified xsi:type="dcterms:W3CDTF">2026-05-30T08:58:19Z</dcterms:modified>
</cp:coreProperties>
</file>